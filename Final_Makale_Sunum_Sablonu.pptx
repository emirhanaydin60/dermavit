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5156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Makale/Bildiri Sunumu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181051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Görüntü Sınıflandırma Üzerine Akademik Çalışma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2359152"/>
            <a:ext cx="10561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5394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 Soyad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Kümesi / Problem Alanı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Araştırma Odağı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101498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sunum, final makale/bildiri çalışmasının ana fikrini, yöntemini, bulgularını ve tartışmasını kısa biçimde aktarmak için hazırlanmıştır.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Makale/Bildiri Sunumu  •  1/10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951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Bilgisayarlı Görme ve Derin Öğrenme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ve Araştırma Odağı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961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Makalenizin hangi soruya cevap aradığını netleştirin.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Makale/Bildiri Sunumu  •  2/10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951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Bilgisayarlı Görme ve Derin Öğrenme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0378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Çalışılan görüntü sınıflandırma problemi ve kullanım bağlamı.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Çalışmanın temel amacı veya araştırma sorusu.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çalışmada neyin incelendiği: karşılaştırma, iyileştirme, analiz veya yöntem denemesi.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Önceki ödevlerden yararlanıldıysa, bunun final çalışmasına nasıl bağlandığı.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37844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48656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E2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bölüm kısa olmalıdır; amaç, dinleyicinin çalışmanın yönünü hemen anlamasıdır.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Veri Kümesi ve Problem Bağlamı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961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Veriyi tanıtın; ancak önceki ödevin uzun tekrarını yapmayın.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Makale/Bildiri Sunumu  •  3/10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951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Bilgisayarlı Görme ve Derin Öğrenme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0378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kümesinin adı, kaynağı ve sınıflandırma görevi.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Sınıf sayısı, veri sayısı ve kullanılan train/validation/test ayrımı.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 görseller veya sınıf dağılımı gibi kısa görsel destekler.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kümesindeki zorluklar: benzer sınıflar, dengesizlik, az veri, görüntü kalitesi vb.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37844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48656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E2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Ödev 1’deki dataset kartından yararlanabilirsiniz; sunumda sadece gerekli kısmı verin.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Yöntem / Deney Tasarımı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961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Çalışmanızın odağına göre yöntemi genel ama anlaşılır şekilde anlatın.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Makale/Bildiri Sunumu  •  4/10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951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Bilgisayarlı Görme ve Derin Öğrenme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0378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Kullanılan model, yaklaşım veya stratejilerin kısa tanıtımı.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Seçilen yöntemin neden bu problem için uygun görüldüğü.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Varsa karşılaştırılan modeller veya denenen değişkenler.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bölüm CNN, ViT, transfer learning, augmentation, fine-tuning veya başka bir stratejiye göre uyarlanabilir.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37844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48656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E2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öğrencinin aynı yöntemi kullanması beklenmez; kendi araştırma odağınıza uygun olanı anlatın.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Deneysel Kurulum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961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Sonuçların nasıl üretildiğini şeffaf biçimde gösterin.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Makale/Bildiri Sunumu  •  5/10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951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Bilgisayarlı Görme ve Derin Öğrenme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0378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 işleme adımları: resize, normalizasyon, augmentation veya veri temizleme.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Eğitim ayarları: epoch, batch size, optimizer, learning rate, loss function.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Kullanılan metrikler: accuracy, precision, recall, F1-score, confusion matrix vb.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 ortamı veya donanım bilgisi: Colab, Kaggle, GPU türü, yaklaşık eğitim süresi.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37844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48656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E2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koşullarda karşılaştırma yapılmadıysa bunu açıkça belirtin; bu durum tartışmada değerlendirilebilir.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Bulgular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961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sonuçları tablo, grafik veya kısa metinle sunun.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Makale/Bildiri Sunumu  •  6/10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951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Bilgisayarlı Görme ve Derin Öğrenme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0378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Elde edilen temel performans sonuçları.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Eğitim/doğrulama grafikleri veya confusion matrix gibi destekleyici çıktılar.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Varsa önceki ödevlerden gelen sonuçlarla birlikte düzenlenmiş karşılaştırma tablosu.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Sonuçların yalnızca sayısal değer olarak verilmemesi; kısa yorumla desteklenmesi.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37844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48656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E2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çıktıları göstermek zorunda değilsiniz; makalenizdeki en önemli bulguları seçin.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Analiz ve Yorum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961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slayt, çalışmanızın araştırma odağına göre serbestçe şekillendirilebilir.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Makale/Bildiri Sunumu  •  7/10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951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Bilgisayarlı Görme ve Derin Öğrenme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0378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Seçtiğiniz ana karşılaştırma veya analiz ne gösteriyor?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Sonuçlardaki artış, düşüş veya farkların olası nedenleri nelerdir?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Performans, eğitim süresi, veri zorluğu veya model seçimi arasında nasıl bir denge var?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Hata analizi yapılmışsa, en çok karışan sınıflar ve muhtemel nedenler.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37844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48656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E2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Buradaki maddeler örnektir; çalışmanızın türüne göre uygun olanları kullanın.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Literatürle İlişki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961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Kendi sonucunuzu literatür içinde konumlandırın.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Makale/Bildiri Sunumu  •  8/10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951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Bilgisayarlı Görme ve Derin Öğrenme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0378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Mümkünse aynı veri kümesi, değilse aynı problem alanındaki benzer çalışmalarla kısa karşılaştırma.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Karşılaştırmada yöntem, metrik, veri bölünmesi ve deney koşullarının farklı olabileceğini belirtme.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Literatürdeki sonuçları geçme zorunluluğu yoktur; amaç kendi sonucunuzu bağlam içinde değerlendirmektir.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bölüm tablo halinde ya da kısa anlatı şeklinde sunulabilir.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37844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48656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E2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Makaledeki literatür ve tartışma bölümlerinizden seçilmiş kısa bir özet yeterlidir.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Tartışma ve Sınırlılıklar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961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Çalışmanın güçlü ve sınırlı yönlerini açıkça ifade edin.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Makale/Bildiri Sunumu  •  9/10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951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Bilgisayarlı Görme ve Derin Öğrenme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0378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Elde edilen bulguların genel yorumu.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Çalışmanın güçlü yönü: ne iyi yapıldı, ne gösterildi?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Sınırlılıklar: veri, model, compute, metrik, tek seed, split farkı vb.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sınırlılıklar sonuçların yorumunu nasıl etkiliyor?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37844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48656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E2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Sınırlılık yazmak çalışmayı zayıflatmaz; aksine akademik olgunluk gösterir.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Sonuç ve Kaynaklar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12648" y="8961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mesajı toparlayın ve kullandığınız kaynakları belirtin.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61872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Makale/Bildiri Sunumu  •  10/10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951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İleri Bilgisayarlı Görme ve Derin Öğrenme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10378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Çalışmanın en önemli sonucu veya çıkarımı.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Gelecekte yapılabilecek bir geliştirme önerisi.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Kullanılan veri kümesi, temel makaleler, model/kütüphane ve dokümantasyon kaynakları.</a:t>
            </a:r>
            <a:endParaRPr lang="en-US" sz="1550" dirty="0"/>
          </a:p>
          <a:p>
            <a:r>
              <a:rPr lang="en-US" sz="15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Kaynak sayısı fazlaysa, bu slayt ikiye bölünebilir veya kaynaklar ek slayta taşınabilir.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0378440" cy="713232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5248656"/>
            <a:ext cx="9921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E2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slayt, çalışmanın ana mesajını net biçimde kapatmalıdır.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Tokat Gaziosmanpaşa Üniversitesi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Makale/Bildiri Sunum Şablonu</dc:title>
  <dc:subject>Final makale/bildiri sunum şablonu</dc:subject>
  <dc:creator>OpenAI</dc:creator>
  <cp:lastModifiedBy>OpenAI</cp:lastModifiedBy>
  <cp:revision>1</cp:revision>
  <dcterms:created xsi:type="dcterms:W3CDTF">2026-05-13T19:36:32Z</dcterms:created>
  <dcterms:modified xsi:type="dcterms:W3CDTF">2026-05-13T19:36:32Z</dcterms:modified>
</cp:coreProperties>
</file>